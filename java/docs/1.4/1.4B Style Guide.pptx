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2" Type="http://schemas.openxmlformats.org/officeDocument/2006/relationships/slide" Target="slides/slide8.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 name="Google Shape;42;p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 name="Google Shape;48;p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p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237ef7e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237ef7e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d389f54c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d389f54c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0"/>
            <a:ext cx="9144000" cy="3518399"/>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 name="Google Shape;11;p2"/>
          <p:cNvCxnSpPr/>
          <p:nvPr/>
        </p:nvCxnSpPr>
        <p:spPr>
          <a:xfrm>
            <a:off x="0" y="3496604"/>
            <a:ext cx="9144000" cy="0"/>
          </a:xfrm>
          <a:prstGeom prst="straightConnector1">
            <a:avLst/>
          </a:prstGeom>
          <a:noFill/>
          <a:ln cap="flat" cmpd="sng" w="57150">
            <a:solidFill>
              <a:srgbClr val="000000">
                <a:alpha val="14510"/>
              </a:srgbClr>
            </a:solidFill>
            <a:prstDash val="solid"/>
            <a:round/>
            <a:headEnd len="sm" w="sm" type="none"/>
            <a:tailEnd len="sm" w="sm" type="none"/>
          </a:ln>
        </p:spPr>
      </p:cxnSp>
      <p:sp>
        <p:nvSpPr>
          <p:cNvPr id="12" name="Google Shape;12;p2"/>
          <p:cNvSpPr txBox="1"/>
          <p:nvPr>
            <p:ph type="ctrTitle"/>
          </p:nvPr>
        </p:nvSpPr>
        <p:spPr>
          <a:xfrm>
            <a:off x="685800" y="1867781"/>
            <a:ext cx="7772400" cy="1648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7200"/>
              <a:buFont typeface="Arial"/>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13" name="Google Shape;13;p2"/>
          <p:cNvSpPr txBox="1"/>
          <p:nvPr>
            <p:ph idx="1" type="subTitle"/>
          </p:nvPr>
        </p:nvSpPr>
        <p:spPr>
          <a:xfrm>
            <a:off x="685800" y="3627026"/>
            <a:ext cx="7772400" cy="77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3000"/>
              <a:buFont typeface="Arial"/>
              <a:buNone/>
              <a:defRPr>
                <a:solidFill>
                  <a:schemeClr val="dk2"/>
                </a:solidFill>
              </a:defRPr>
            </a:lvl1pPr>
            <a:lvl2pPr lvl="1" algn="l">
              <a:lnSpc>
                <a:spcPct val="100000"/>
              </a:lnSpc>
              <a:spcBef>
                <a:spcPts val="0"/>
              </a:spcBef>
              <a:spcAft>
                <a:spcPts val="0"/>
              </a:spcAft>
              <a:buClr>
                <a:schemeClr val="dk2"/>
              </a:buClr>
              <a:buSzPts val="3000"/>
              <a:buFont typeface="Arial"/>
              <a:buNone/>
              <a:defRPr sz="3000">
                <a:solidFill>
                  <a:schemeClr val="dk2"/>
                </a:solidFill>
              </a:defRPr>
            </a:lvl2pPr>
            <a:lvl3pPr lvl="2" algn="l">
              <a:lnSpc>
                <a:spcPct val="100000"/>
              </a:lnSpc>
              <a:spcBef>
                <a:spcPts val="0"/>
              </a:spcBef>
              <a:spcAft>
                <a:spcPts val="0"/>
              </a:spcAft>
              <a:buClr>
                <a:schemeClr val="dk2"/>
              </a:buClr>
              <a:buSzPts val="3000"/>
              <a:buFont typeface="Arial"/>
              <a:buNone/>
              <a:defRPr sz="3000">
                <a:solidFill>
                  <a:schemeClr val="dk2"/>
                </a:solidFill>
              </a:defRPr>
            </a:lvl3pPr>
            <a:lvl4pPr lvl="3" algn="l">
              <a:lnSpc>
                <a:spcPct val="100000"/>
              </a:lnSpc>
              <a:spcBef>
                <a:spcPts val="0"/>
              </a:spcBef>
              <a:spcAft>
                <a:spcPts val="0"/>
              </a:spcAft>
              <a:buClr>
                <a:schemeClr val="dk2"/>
              </a:buClr>
              <a:buSzPts val="3000"/>
              <a:buFont typeface="Arial"/>
              <a:buNone/>
              <a:defRPr sz="3000">
                <a:solidFill>
                  <a:schemeClr val="dk2"/>
                </a:solidFill>
              </a:defRPr>
            </a:lvl4pPr>
            <a:lvl5pPr lvl="4" algn="l">
              <a:lnSpc>
                <a:spcPct val="100000"/>
              </a:lnSpc>
              <a:spcBef>
                <a:spcPts val="0"/>
              </a:spcBef>
              <a:spcAft>
                <a:spcPts val="0"/>
              </a:spcAft>
              <a:buClr>
                <a:schemeClr val="dk2"/>
              </a:buClr>
              <a:buSzPts val="3000"/>
              <a:buFont typeface="Arial"/>
              <a:buNone/>
              <a:defRPr sz="3000">
                <a:solidFill>
                  <a:schemeClr val="dk2"/>
                </a:solidFill>
              </a:defRPr>
            </a:lvl5pPr>
            <a:lvl6pPr lvl="5" algn="l">
              <a:lnSpc>
                <a:spcPct val="100000"/>
              </a:lnSpc>
              <a:spcBef>
                <a:spcPts val="0"/>
              </a:spcBef>
              <a:spcAft>
                <a:spcPts val="0"/>
              </a:spcAft>
              <a:buClr>
                <a:schemeClr val="dk2"/>
              </a:buClr>
              <a:buSzPts val="3000"/>
              <a:buFont typeface="Arial"/>
              <a:buNone/>
              <a:defRPr sz="3000">
                <a:solidFill>
                  <a:schemeClr val="dk2"/>
                </a:solidFill>
              </a:defRPr>
            </a:lvl6pPr>
            <a:lvl7pPr lvl="6" algn="l">
              <a:lnSpc>
                <a:spcPct val="100000"/>
              </a:lnSpc>
              <a:spcBef>
                <a:spcPts val="0"/>
              </a:spcBef>
              <a:spcAft>
                <a:spcPts val="0"/>
              </a:spcAft>
              <a:buClr>
                <a:schemeClr val="dk2"/>
              </a:buClr>
              <a:buSzPts val="3000"/>
              <a:buFont typeface="Arial"/>
              <a:buNone/>
              <a:defRPr sz="3000">
                <a:solidFill>
                  <a:schemeClr val="dk2"/>
                </a:solidFill>
              </a:defRPr>
            </a:lvl7pPr>
            <a:lvl8pPr lvl="7" algn="l">
              <a:lnSpc>
                <a:spcPct val="100000"/>
              </a:lnSpc>
              <a:spcBef>
                <a:spcPts val="0"/>
              </a:spcBef>
              <a:spcAft>
                <a:spcPts val="0"/>
              </a:spcAft>
              <a:buClr>
                <a:schemeClr val="dk2"/>
              </a:buClr>
              <a:buSzPts val="3000"/>
              <a:buFont typeface="Arial"/>
              <a:buNone/>
              <a:defRPr sz="3000">
                <a:solidFill>
                  <a:schemeClr val="dk2"/>
                </a:solidFill>
              </a:defRPr>
            </a:lvl8pPr>
            <a:lvl9pPr lvl="8" algn="l">
              <a:lnSpc>
                <a:spcPct val="100000"/>
              </a:lnSpc>
              <a:spcBef>
                <a:spcPts val="0"/>
              </a:spcBef>
              <a:spcAft>
                <a:spcPts val="0"/>
              </a:spcAft>
              <a:buClr>
                <a:schemeClr val="dk2"/>
              </a:buClr>
              <a:buSzPts val="3000"/>
              <a:buFont typeface="Arial"/>
              <a:buNone/>
              <a:defRPr sz="3000">
                <a:solidFill>
                  <a:schemeClr val="dk2"/>
                </a:solidFill>
              </a:defRPr>
            </a:lvl9pPr>
          </a:lstStyle>
          <a:p/>
        </p:txBody>
      </p:sp>
      <p:sp>
        <p:nvSpPr>
          <p:cNvPr id="14" name="Google Shape;14;p2"/>
          <p:cNvSpPr txBox="1"/>
          <p:nvPr>
            <p:ph idx="12" type="sldNum"/>
          </p:nvPr>
        </p:nvSpPr>
        <p:spPr>
          <a:xfrm>
            <a:off x="8556791" y="4749850"/>
            <a:ext cx="548699"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
          <p:cNvSpPr/>
          <p:nvPr/>
        </p:nvSpPr>
        <p:spPr>
          <a:xfrm>
            <a:off x="0" y="0"/>
            <a:ext cx="9144000" cy="1149900"/>
          </a:xfrm>
          <a:prstGeom prst="rect">
            <a:avLst/>
          </a:prstGeom>
          <a:solidFill>
            <a:srgbClr val="2388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 name="Google Shape;17;p3"/>
          <p:cNvCxnSpPr/>
          <p:nvPr/>
        </p:nvCxnSpPr>
        <p:spPr>
          <a:xfrm>
            <a:off x="0" y="1127875"/>
            <a:ext cx="9144000" cy="0"/>
          </a:xfrm>
          <a:prstGeom prst="straightConnector1">
            <a:avLst/>
          </a:prstGeom>
          <a:noFill/>
          <a:ln cap="flat" cmpd="sng" w="57150">
            <a:solidFill>
              <a:srgbClr val="000000">
                <a:alpha val="14510"/>
              </a:srgbClr>
            </a:solidFill>
            <a:prstDash val="solid"/>
            <a:round/>
            <a:headEnd len="sm" w="sm" type="none"/>
            <a:tailEnd len="sm" w="sm" type="none"/>
          </a:ln>
        </p:spPr>
      </p:cxnSp>
      <p:sp>
        <p:nvSpPr>
          <p:cNvPr id="18" name="Google Shape;18;p3"/>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Font typeface="Arial"/>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9" name="Google Shape;19;p3"/>
          <p:cNvSpPr txBox="1"/>
          <p:nvPr>
            <p:ph idx="1" type="body"/>
          </p:nvPr>
        </p:nvSpPr>
        <p:spPr>
          <a:xfrm>
            <a:off x="457200" y="1200150"/>
            <a:ext cx="8229600" cy="3725699"/>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3000"/>
              <a:buFont typeface="Arial"/>
              <a:buNone/>
              <a:defRPr/>
            </a:lvl1pPr>
            <a:lvl2pPr indent="-228600" lvl="1" marL="914400" algn="l">
              <a:lnSpc>
                <a:spcPct val="100000"/>
              </a:lnSpc>
              <a:spcBef>
                <a:spcPts val="0"/>
              </a:spcBef>
              <a:spcAft>
                <a:spcPts val="0"/>
              </a:spcAft>
              <a:buSzPts val="2400"/>
              <a:buFont typeface="Arial"/>
              <a:buNone/>
              <a:defRPr/>
            </a:lvl2pPr>
            <a:lvl3pPr indent="-228600" lvl="2" marL="1371600" algn="l">
              <a:lnSpc>
                <a:spcPct val="100000"/>
              </a:lnSpc>
              <a:spcBef>
                <a:spcPts val="0"/>
              </a:spcBef>
              <a:spcAft>
                <a:spcPts val="0"/>
              </a:spcAft>
              <a:buSzPts val="2400"/>
              <a:buFont typeface="Arial"/>
              <a:buNone/>
              <a:defRPr/>
            </a:lvl3pPr>
            <a:lvl4pPr indent="-228600" lvl="3" marL="1828800" algn="l">
              <a:lnSpc>
                <a:spcPct val="100000"/>
              </a:lnSpc>
              <a:spcBef>
                <a:spcPts val="0"/>
              </a:spcBef>
              <a:spcAft>
                <a:spcPts val="0"/>
              </a:spcAft>
              <a:buSzPts val="1800"/>
              <a:buFont typeface="Arial"/>
              <a:buNone/>
              <a:defRPr/>
            </a:lvl4pPr>
            <a:lvl5pPr indent="-228600" lvl="4" marL="2286000" algn="l">
              <a:lnSpc>
                <a:spcPct val="100000"/>
              </a:lnSpc>
              <a:spcBef>
                <a:spcPts val="0"/>
              </a:spcBef>
              <a:spcAft>
                <a:spcPts val="0"/>
              </a:spcAft>
              <a:buSzPts val="1800"/>
              <a:buFont typeface="Arial"/>
              <a:buNone/>
              <a:defRPr/>
            </a:lvl5pPr>
            <a:lvl6pPr indent="-228600" lvl="5" marL="2743200" algn="l">
              <a:lnSpc>
                <a:spcPct val="100000"/>
              </a:lnSpc>
              <a:spcBef>
                <a:spcPts val="0"/>
              </a:spcBef>
              <a:spcAft>
                <a:spcPts val="0"/>
              </a:spcAft>
              <a:buSzPts val="1800"/>
              <a:buFont typeface="Arial"/>
              <a:buNone/>
              <a:defRPr/>
            </a:lvl6pPr>
            <a:lvl7pPr indent="-228600" lvl="6" marL="3200400" algn="l">
              <a:lnSpc>
                <a:spcPct val="100000"/>
              </a:lnSpc>
              <a:spcBef>
                <a:spcPts val="0"/>
              </a:spcBef>
              <a:spcAft>
                <a:spcPts val="0"/>
              </a:spcAft>
              <a:buSzPts val="1800"/>
              <a:buFont typeface="Arial"/>
              <a:buNone/>
              <a:defRPr/>
            </a:lvl7pPr>
            <a:lvl8pPr indent="-228600" lvl="7" marL="3657600" algn="l">
              <a:lnSpc>
                <a:spcPct val="100000"/>
              </a:lnSpc>
              <a:spcBef>
                <a:spcPts val="0"/>
              </a:spcBef>
              <a:spcAft>
                <a:spcPts val="0"/>
              </a:spcAft>
              <a:buSzPts val="1800"/>
              <a:buFont typeface="Arial"/>
              <a:buNone/>
              <a:defRPr/>
            </a:lvl8pPr>
            <a:lvl9pPr indent="-228600" lvl="8" marL="4114800" algn="l">
              <a:lnSpc>
                <a:spcPct val="100000"/>
              </a:lnSpc>
              <a:spcBef>
                <a:spcPts val="0"/>
              </a:spcBef>
              <a:spcAft>
                <a:spcPts val="0"/>
              </a:spcAft>
              <a:buSzPts val="1800"/>
              <a:buFont typeface="Arial"/>
              <a:buNone/>
              <a:defRPr/>
            </a:lvl9pPr>
          </a:lstStyle>
          <a:p/>
        </p:txBody>
      </p:sp>
      <p:sp>
        <p:nvSpPr>
          <p:cNvPr id="20" name="Google Shape;20;p3"/>
          <p:cNvSpPr txBox="1"/>
          <p:nvPr>
            <p:ph idx="12" type="sldNum"/>
          </p:nvPr>
        </p:nvSpPr>
        <p:spPr>
          <a:xfrm>
            <a:off x="8556791" y="4749850"/>
            <a:ext cx="548699"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4"/>
          <p:cNvSpPr/>
          <p:nvPr/>
        </p:nvSpPr>
        <p:spPr>
          <a:xfrm>
            <a:off x="0" y="0"/>
            <a:ext cx="9144000" cy="11499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3" name="Google Shape;23;p4"/>
          <p:cNvCxnSpPr/>
          <p:nvPr/>
        </p:nvCxnSpPr>
        <p:spPr>
          <a:xfrm>
            <a:off x="0" y="1127875"/>
            <a:ext cx="9144000" cy="0"/>
          </a:xfrm>
          <a:prstGeom prst="straightConnector1">
            <a:avLst/>
          </a:prstGeom>
          <a:noFill/>
          <a:ln cap="flat" cmpd="sng" w="57150">
            <a:solidFill>
              <a:srgbClr val="000000">
                <a:alpha val="14510"/>
              </a:srgbClr>
            </a:solidFill>
            <a:prstDash val="solid"/>
            <a:round/>
            <a:headEnd len="sm" w="sm" type="none"/>
            <a:tailEnd len="sm" w="sm" type="none"/>
          </a:ln>
        </p:spPr>
      </p:cxnSp>
      <p:sp>
        <p:nvSpPr>
          <p:cNvPr id="24" name="Google Shape;24;p4"/>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Font typeface="Arial"/>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5" name="Google Shape;25;p4"/>
          <p:cNvSpPr txBox="1"/>
          <p:nvPr>
            <p:ph idx="1" type="body"/>
          </p:nvPr>
        </p:nvSpPr>
        <p:spPr>
          <a:xfrm>
            <a:off x="457200" y="1200150"/>
            <a:ext cx="3994500" cy="3725699"/>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3000"/>
              <a:buFont typeface="Arial"/>
              <a:buNone/>
              <a:defRPr/>
            </a:lvl1pPr>
            <a:lvl2pPr indent="-228600" lvl="1" marL="914400" algn="l">
              <a:lnSpc>
                <a:spcPct val="100000"/>
              </a:lnSpc>
              <a:spcBef>
                <a:spcPts val="0"/>
              </a:spcBef>
              <a:spcAft>
                <a:spcPts val="0"/>
              </a:spcAft>
              <a:buSzPts val="2400"/>
              <a:buFont typeface="Arial"/>
              <a:buNone/>
              <a:defRPr/>
            </a:lvl2pPr>
            <a:lvl3pPr indent="-228600" lvl="2" marL="1371600" algn="l">
              <a:lnSpc>
                <a:spcPct val="100000"/>
              </a:lnSpc>
              <a:spcBef>
                <a:spcPts val="0"/>
              </a:spcBef>
              <a:spcAft>
                <a:spcPts val="0"/>
              </a:spcAft>
              <a:buSzPts val="2400"/>
              <a:buFont typeface="Arial"/>
              <a:buNone/>
              <a:defRPr/>
            </a:lvl3pPr>
            <a:lvl4pPr indent="-228600" lvl="3" marL="1828800" algn="l">
              <a:lnSpc>
                <a:spcPct val="100000"/>
              </a:lnSpc>
              <a:spcBef>
                <a:spcPts val="0"/>
              </a:spcBef>
              <a:spcAft>
                <a:spcPts val="0"/>
              </a:spcAft>
              <a:buSzPts val="1800"/>
              <a:buFont typeface="Arial"/>
              <a:buNone/>
              <a:defRPr/>
            </a:lvl4pPr>
            <a:lvl5pPr indent="-228600" lvl="4" marL="2286000" algn="l">
              <a:lnSpc>
                <a:spcPct val="100000"/>
              </a:lnSpc>
              <a:spcBef>
                <a:spcPts val="0"/>
              </a:spcBef>
              <a:spcAft>
                <a:spcPts val="0"/>
              </a:spcAft>
              <a:buSzPts val="1800"/>
              <a:buFont typeface="Arial"/>
              <a:buNone/>
              <a:defRPr/>
            </a:lvl5pPr>
            <a:lvl6pPr indent="-228600" lvl="5" marL="2743200" algn="l">
              <a:lnSpc>
                <a:spcPct val="100000"/>
              </a:lnSpc>
              <a:spcBef>
                <a:spcPts val="0"/>
              </a:spcBef>
              <a:spcAft>
                <a:spcPts val="0"/>
              </a:spcAft>
              <a:buSzPts val="1800"/>
              <a:buFont typeface="Arial"/>
              <a:buNone/>
              <a:defRPr/>
            </a:lvl6pPr>
            <a:lvl7pPr indent="-228600" lvl="6" marL="3200400" algn="l">
              <a:lnSpc>
                <a:spcPct val="100000"/>
              </a:lnSpc>
              <a:spcBef>
                <a:spcPts val="0"/>
              </a:spcBef>
              <a:spcAft>
                <a:spcPts val="0"/>
              </a:spcAft>
              <a:buSzPts val="1800"/>
              <a:buFont typeface="Arial"/>
              <a:buNone/>
              <a:defRPr/>
            </a:lvl7pPr>
            <a:lvl8pPr indent="-228600" lvl="7" marL="3657600" algn="l">
              <a:lnSpc>
                <a:spcPct val="100000"/>
              </a:lnSpc>
              <a:spcBef>
                <a:spcPts val="0"/>
              </a:spcBef>
              <a:spcAft>
                <a:spcPts val="0"/>
              </a:spcAft>
              <a:buSzPts val="1800"/>
              <a:buFont typeface="Arial"/>
              <a:buNone/>
              <a:defRPr/>
            </a:lvl8pPr>
            <a:lvl9pPr indent="-228600" lvl="8" marL="4114800" algn="l">
              <a:lnSpc>
                <a:spcPct val="100000"/>
              </a:lnSpc>
              <a:spcBef>
                <a:spcPts val="0"/>
              </a:spcBef>
              <a:spcAft>
                <a:spcPts val="0"/>
              </a:spcAft>
              <a:buSzPts val="1800"/>
              <a:buFont typeface="Arial"/>
              <a:buNone/>
              <a:defRPr/>
            </a:lvl9pPr>
          </a:lstStyle>
          <a:p/>
        </p:txBody>
      </p:sp>
      <p:sp>
        <p:nvSpPr>
          <p:cNvPr id="26" name="Google Shape;26;p4"/>
          <p:cNvSpPr txBox="1"/>
          <p:nvPr>
            <p:ph idx="2" type="body"/>
          </p:nvPr>
        </p:nvSpPr>
        <p:spPr>
          <a:xfrm>
            <a:off x="4692273" y="1200150"/>
            <a:ext cx="3994500" cy="3725699"/>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3000"/>
              <a:buFont typeface="Arial"/>
              <a:buNone/>
              <a:defRPr/>
            </a:lvl1pPr>
            <a:lvl2pPr indent="-228600" lvl="1" marL="914400" algn="l">
              <a:lnSpc>
                <a:spcPct val="100000"/>
              </a:lnSpc>
              <a:spcBef>
                <a:spcPts val="0"/>
              </a:spcBef>
              <a:spcAft>
                <a:spcPts val="0"/>
              </a:spcAft>
              <a:buSzPts val="2400"/>
              <a:buFont typeface="Arial"/>
              <a:buNone/>
              <a:defRPr/>
            </a:lvl2pPr>
            <a:lvl3pPr indent="-228600" lvl="2" marL="1371600" algn="l">
              <a:lnSpc>
                <a:spcPct val="100000"/>
              </a:lnSpc>
              <a:spcBef>
                <a:spcPts val="0"/>
              </a:spcBef>
              <a:spcAft>
                <a:spcPts val="0"/>
              </a:spcAft>
              <a:buSzPts val="2400"/>
              <a:buFont typeface="Arial"/>
              <a:buNone/>
              <a:defRPr/>
            </a:lvl3pPr>
            <a:lvl4pPr indent="-228600" lvl="3" marL="1828800" algn="l">
              <a:lnSpc>
                <a:spcPct val="100000"/>
              </a:lnSpc>
              <a:spcBef>
                <a:spcPts val="0"/>
              </a:spcBef>
              <a:spcAft>
                <a:spcPts val="0"/>
              </a:spcAft>
              <a:buSzPts val="1800"/>
              <a:buFont typeface="Arial"/>
              <a:buNone/>
              <a:defRPr/>
            </a:lvl4pPr>
            <a:lvl5pPr indent="-228600" lvl="4" marL="2286000" algn="l">
              <a:lnSpc>
                <a:spcPct val="100000"/>
              </a:lnSpc>
              <a:spcBef>
                <a:spcPts val="0"/>
              </a:spcBef>
              <a:spcAft>
                <a:spcPts val="0"/>
              </a:spcAft>
              <a:buSzPts val="1800"/>
              <a:buFont typeface="Arial"/>
              <a:buNone/>
              <a:defRPr/>
            </a:lvl5pPr>
            <a:lvl6pPr indent="-228600" lvl="5" marL="2743200" algn="l">
              <a:lnSpc>
                <a:spcPct val="100000"/>
              </a:lnSpc>
              <a:spcBef>
                <a:spcPts val="0"/>
              </a:spcBef>
              <a:spcAft>
                <a:spcPts val="0"/>
              </a:spcAft>
              <a:buSzPts val="1800"/>
              <a:buFont typeface="Arial"/>
              <a:buNone/>
              <a:defRPr/>
            </a:lvl6pPr>
            <a:lvl7pPr indent="-228600" lvl="6" marL="3200400" algn="l">
              <a:lnSpc>
                <a:spcPct val="100000"/>
              </a:lnSpc>
              <a:spcBef>
                <a:spcPts val="0"/>
              </a:spcBef>
              <a:spcAft>
                <a:spcPts val="0"/>
              </a:spcAft>
              <a:buSzPts val="1800"/>
              <a:buFont typeface="Arial"/>
              <a:buNone/>
              <a:defRPr/>
            </a:lvl7pPr>
            <a:lvl8pPr indent="-228600" lvl="7" marL="3657600" algn="l">
              <a:lnSpc>
                <a:spcPct val="100000"/>
              </a:lnSpc>
              <a:spcBef>
                <a:spcPts val="0"/>
              </a:spcBef>
              <a:spcAft>
                <a:spcPts val="0"/>
              </a:spcAft>
              <a:buSzPts val="1800"/>
              <a:buFont typeface="Arial"/>
              <a:buNone/>
              <a:defRPr/>
            </a:lvl8pPr>
            <a:lvl9pPr indent="-228600" lvl="8" marL="4114800" algn="l">
              <a:lnSpc>
                <a:spcPct val="100000"/>
              </a:lnSpc>
              <a:spcBef>
                <a:spcPts val="0"/>
              </a:spcBef>
              <a:spcAft>
                <a:spcPts val="0"/>
              </a:spcAft>
              <a:buSzPts val="1800"/>
              <a:buFont typeface="Arial"/>
              <a:buNone/>
              <a:defRPr/>
            </a:lvl9pPr>
          </a:lstStyle>
          <a:p/>
        </p:txBody>
      </p:sp>
      <p:sp>
        <p:nvSpPr>
          <p:cNvPr id="27" name="Google Shape;27;p4"/>
          <p:cNvSpPr txBox="1"/>
          <p:nvPr>
            <p:ph idx="12" type="sldNum"/>
          </p:nvPr>
        </p:nvSpPr>
        <p:spPr>
          <a:xfrm>
            <a:off x="8556791" y="4749850"/>
            <a:ext cx="548699"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5"/>
          <p:cNvSpPr/>
          <p:nvPr/>
        </p:nvSpPr>
        <p:spPr>
          <a:xfrm>
            <a:off x="0" y="0"/>
            <a:ext cx="9144000" cy="1149900"/>
          </a:xfrm>
          <a:prstGeom prst="rect">
            <a:avLst/>
          </a:prstGeom>
          <a:solidFill>
            <a:srgbClr val="2388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0" name="Google Shape;30;p5"/>
          <p:cNvCxnSpPr/>
          <p:nvPr/>
        </p:nvCxnSpPr>
        <p:spPr>
          <a:xfrm>
            <a:off x="0" y="1127875"/>
            <a:ext cx="9144000" cy="0"/>
          </a:xfrm>
          <a:prstGeom prst="straightConnector1">
            <a:avLst/>
          </a:prstGeom>
          <a:noFill/>
          <a:ln cap="flat" cmpd="sng" w="57150">
            <a:solidFill>
              <a:srgbClr val="000000">
                <a:alpha val="14510"/>
              </a:srgbClr>
            </a:solidFill>
            <a:prstDash val="solid"/>
            <a:round/>
            <a:headEnd len="sm" w="sm" type="none"/>
            <a:tailEnd len="sm" w="sm" type="none"/>
          </a:ln>
        </p:spPr>
      </p:cxnSp>
      <p:sp>
        <p:nvSpPr>
          <p:cNvPr id="31" name="Google Shape;31;p5"/>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Font typeface="Arial"/>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2" type="sldNum"/>
          </p:nvPr>
        </p:nvSpPr>
        <p:spPr>
          <a:xfrm>
            <a:off x="8556791" y="4749850"/>
            <a:ext cx="548699"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3" name="Shape 33"/>
        <p:cNvGrpSpPr/>
        <p:nvPr/>
      </p:nvGrpSpPr>
      <p:grpSpPr>
        <a:xfrm>
          <a:off x="0" y="0"/>
          <a:ext cx="0" cy="0"/>
          <a:chOff x="0" y="0"/>
          <a:chExt cx="0" cy="0"/>
        </a:xfrm>
      </p:grpSpPr>
      <p:sp>
        <p:nvSpPr>
          <p:cNvPr id="34" name="Google Shape;34;p6"/>
          <p:cNvSpPr txBox="1"/>
          <p:nvPr>
            <p:ph idx="1" type="body"/>
          </p:nvPr>
        </p:nvSpPr>
        <p:spPr>
          <a:xfrm>
            <a:off x="457200" y="4406309"/>
            <a:ext cx="8229600" cy="519599"/>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Clr>
                <a:schemeClr val="dk2"/>
              </a:buClr>
              <a:buSzPts val="1800"/>
              <a:buFont typeface="Arial"/>
              <a:buNone/>
              <a:defRPr sz="1800">
                <a:solidFill>
                  <a:schemeClr val="dk2"/>
                </a:solidFill>
              </a:defRPr>
            </a:lvl1pPr>
            <a:lvl2pPr indent="-228600" lvl="1" marL="914400" algn="l">
              <a:lnSpc>
                <a:spcPct val="100000"/>
              </a:lnSpc>
              <a:spcBef>
                <a:spcPts val="480"/>
              </a:spcBef>
              <a:spcAft>
                <a:spcPts val="0"/>
              </a:spcAft>
              <a:buSzPts val="1800"/>
              <a:buNone/>
              <a:defRPr/>
            </a:lvl2pPr>
            <a:lvl3pPr indent="-228600" lvl="2" marL="1371600" algn="l">
              <a:lnSpc>
                <a:spcPct val="100000"/>
              </a:lnSpc>
              <a:spcBef>
                <a:spcPts val="480"/>
              </a:spcBef>
              <a:spcAft>
                <a:spcPts val="0"/>
              </a:spcAft>
              <a:buSzPts val="1800"/>
              <a:buNone/>
              <a:defRPr/>
            </a:lvl3pPr>
            <a:lvl4pPr indent="-228600" lvl="3" marL="1828800" algn="l">
              <a:lnSpc>
                <a:spcPct val="100000"/>
              </a:lnSpc>
              <a:spcBef>
                <a:spcPts val="360"/>
              </a:spcBef>
              <a:spcAft>
                <a:spcPts val="0"/>
              </a:spcAft>
              <a:buSzPts val="1800"/>
              <a:buNone/>
              <a:defRPr/>
            </a:lvl4pPr>
            <a:lvl5pPr indent="-228600" lvl="4" marL="2286000" algn="l">
              <a:lnSpc>
                <a:spcPct val="100000"/>
              </a:lnSpc>
              <a:spcBef>
                <a:spcPts val="360"/>
              </a:spcBef>
              <a:spcAft>
                <a:spcPts val="0"/>
              </a:spcAft>
              <a:buSzPts val="1800"/>
              <a:buNone/>
              <a:defRPr/>
            </a:lvl5pPr>
            <a:lvl6pPr indent="-228600" lvl="5" marL="2743200" algn="l">
              <a:lnSpc>
                <a:spcPct val="100000"/>
              </a:lnSpc>
              <a:spcBef>
                <a:spcPts val="360"/>
              </a:spcBef>
              <a:spcAft>
                <a:spcPts val="0"/>
              </a:spcAft>
              <a:buSzPts val="1800"/>
              <a:buNone/>
              <a:defRPr/>
            </a:lvl6pPr>
            <a:lvl7pPr indent="-228600" lvl="6" marL="3200400" algn="l">
              <a:lnSpc>
                <a:spcPct val="100000"/>
              </a:lnSpc>
              <a:spcBef>
                <a:spcPts val="360"/>
              </a:spcBef>
              <a:spcAft>
                <a:spcPts val="0"/>
              </a:spcAft>
              <a:buSzPts val="1800"/>
              <a:buNone/>
              <a:defRPr/>
            </a:lvl7pPr>
            <a:lvl8pPr indent="-228600" lvl="7" marL="3657600" algn="l">
              <a:lnSpc>
                <a:spcPct val="100000"/>
              </a:lnSpc>
              <a:spcBef>
                <a:spcPts val="360"/>
              </a:spcBef>
              <a:spcAft>
                <a:spcPts val="0"/>
              </a:spcAft>
              <a:buSzPts val="1800"/>
              <a:buNone/>
              <a:defRPr/>
            </a:lvl8pPr>
            <a:lvl9pPr indent="-228600" lvl="8" marL="4114800" algn="l">
              <a:lnSpc>
                <a:spcPct val="100000"/>
              </a:lnSpc>
              <a:spcBef>
                <a:spcPts val="360"/>
              </a:spcBef>
              <a:spcAft>
                <a:spcPts val="0"/>
              </a:spcAft>
              <a:buSzPts val="1800"/>
              <a:buNone/>
              <a:defRPr/>
            </a:lvl9pPr>
          </a:lstStyle>
          <a:p/>
        </p:txBody>
      </p:sp>
      <p:sp>
        <p:nvSpPr>
          <p:cNvPr id="35" name="Google Shape;35;p6"/>
          <p:cNvSpPr/>
          <p:nvPr/>
        </p:nvSpPr>
        <p:spPr>
          <a:xfrm>
            <a:off x="4274" y="0"/>
            <a:ext cx="9144000" cy="4406399"/>
          </a:xfrm>
          <a:prstGeom prst="rect">
            <a:avLst/>
          </a:prstGeom>
          <a:solidFill>
            <a:srgbClr val="2388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6" name="Google Shape;36;p6"/>
          <p:cNvCxnSpPr/>
          <p:nvPr/>
        </p:nvCxnSpPr>
        <p:spPr>
          <a:xfrm>
            <a:off x="0" y="4384371"/>
            <a:ext cx="9144000" cy="0"/>
          </a:xfrm>
          <a:prstGeom prst="straightConnector1">
            <a:avLst/>
          </a:prstGeom>
          <a:noFill/>
          <a:ln cap="flat" cmpd="sng" w="57150">
            <a:solidFill>
              <a:srgbClr val="000000">
                <a:alpha val="14510"/>
              </a:srgbClr>
            </a:solidFill>
            <a:prstDash val="solid"/>
            <a:round/>
            <a:headEnd len="sm" w="sm" type="none"/>
            <a:tailEnd len="sm" w="sm" type="none"/>
          </a:ln>
        </p:spPr>
      </p:cxnSp>
      <p:sp>
        <p:nvSpPr>
          <p:cNvPr id="37" name="Google Shape;37;p6"/>
          <p:cNvSpPr txBox="1"/>
          <p:nvPr>
            <p:ph idx="12" type="sldNum"/>
          </p:nvPr>
        </p:nvSpPr>
        <p:spPr>
          <a:xfrm>
            <a:off x="8556791" y="4749850"/>
            <a:ext cx="548699"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38" name="Shape 38"/>
        <p:cNvGrpSpPr/>
        <p:nvPr/>
      </p:nvGrpSpPr>
      <p:grpSpPr>
        <a:xfrm>
          <a:off x="0" y="0"/>
          <a:ext cx="0" cy="0"/>
          <a:chOff x="0" y="0"/>
          <a:chExt cx="0" cy="0"/>
        </a:xfrm>
      </p:grpSpPr>
      <p:sp>
        <p:nvSpPr>
          <p:cNvPr id="39" name="Google Shape;39;p7"/>
          <p:cNvSpPr txBox="1"/>
          <p:nvPr>
            <p:ph idx="12" type="sldNum"/>
          </p:nvPr>
        </p:nvSpPr>
        <p:spPr>
          <a:xfrm>
            <a:off x="8556791" y="4749850"/>
            <a:ext cx="548699"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chemeClr val="lt1"/>
              </a:buClr>
              <a:buSzPts val="1400"/>
              <a:buFont typeface="Arial"/>
              <a:buNone/>
              <a:defRPr>
                <a:solidFill>
                  <a:schemeClr val="lt1"/>
                </a:solidFill>
              </a:defRPr>
            </a:lvl1pPr>
            <a:lvl2pPr indent="0" lvl="1" marL="0" algn="l">
              <a:lnSpc>
                <a:spcPct val="100000"/>
              </a:lnSpc>
              <a:spcBef>
                <a:spcPts val="0"/>
              </a:spcBef>
              <a:spcAft>
                <a:spcPts val="0"/>
              </a:spcAft>
              <a:buClr>
                <a:schemeClr val="lt1"/>
              </a:buClr>
              <a:buSzPts val="1400"/>
              <a:buFont typeface="Arial"/>
              <a:buNone/>
              <a:defRPr>
                <a:solidFill>
                  <a:schemeClr val="lt1"/>
                </a:solidFill>
              </a:defRPr>
            </a:lvl2pPr>
            <a:lvl3pPr indent="0" lvl="2" marL="0" algn="l">
              <a:lnSpc>
                <a:spcPct val="100000"/>
              </a:lnSpc>
              <a:spcBef>
                <a:spcPts val="0"/>
              </a:spcBef>
              <a:spcAft>
                <a:spcPts val="0"/>
              </a:spcAft>
              <a:buClr>
                <a:schemeClr val="lt1"/>
              </a:buClr>
              <a:buSzPts val="1400"/>
              <a:buFont typeface="Arial"/>
              <a:buNone/>
              <a:defRPr>
                <a:solidFill>
                  <a:schemeClr val="lt1"/>
                </a:solidFill>
              </a:defRPr>
            </a:lvl3pPr>
            <a:lvl4pPr indent="0" lvl="3" marL="0" algn="l">
              <a:lnSpc>
                <a:spcPct val="100000"/>
              </a:lnSpc>
              <a:spcBef>
                <a:spcPts val="0"/>
              </a:spcBef>
              <a:spcAft>
                <a:spcPts val="0"/>
              </a:spcAft>
              <a:buClr>
                <a:schemeClr val="lt1"/>
              </a:buClr>
              <a:buSzPts val="1400"/>
              <a:buFont typeface="Arial"/>
              <a:buNone/>
              <a:defRPr>
                <a:solidFill>
                  <a:schemeClr val="lt1"/>
                </a:solidFill>
              </a:defRPr>
            </a:lvl4pPr>
            <a:lvl5pPr indent="0" lvl="4" marL="0" algn="l">
              <a:lnSpc>
                <a:spcPct val="100000"/>
              </a:lnSpc>
              <a:spcBef>
                <a:spcPts val="0"/>
              </a:spcBef>
              <a:spcAft>
                <a:spcPts val="0"/>
              </a:spcAft>
              <a:buClr>
                <a:schemeClr val="lt1"/>
              </a:buClr>
              <a:buSzPts val="1400"/>
              <a:buFont typeface="Arial"/>
              <a:buNone/>
              <a:defRPr>
                <a:solidFill>
                  <a:schemeClr val="lt1"/>
                </a:solidFill>
              </a:defRPr>
            </a:lvl5pPr>
            <a:lvl6pPr indent="0" lvl="5" marL="0" algn="l">
              <a:lnSpc>
                <a:spcPct val="100000"/>
              </a:lnSpc>
              <a:spcBef>
                <a:spcPts val="0"/>
              </a:spcBef>
              <a:spcAft>
                <a:spcPts val="0"/>
              </a:spcAft>
              <a:buClr>
                <a:schemeClr val="lt1"/>
              </a:buClr>
              <a:buSzPts val="1400"/>
              <a:buFont typeface="Arial"/>
              <a:buNone/>
              <a:defRPr>
                <a:solidFill>
                  <a:schemeClr val="lt1"/>
                </a:solidFill>
              </a:defRPr>
            </a:lvl6pPr>
            <a:lvl7pPr indent="0" lvl="6" marL="0" algn="l">
              <a:lnSpc>
                <a:spcPct val="100000"/>
              </a:lnSpc>
              <a:spcBef>
                <a:spcPts val="0"/>
              </a:spcBef>
              <a:spcAft>
                <a:spcPts val="0"/>
              </a:spcAft>
              <a:buClr>
                <a:schemeClr val="lt1"/>
              </a:buClr>
              <a:buSzPts val="1400"/>
              <a:buFont typeface="Arial"/>
              <a:buNone/>
              <a:defRPr>
                <a:solidFill>
                  <a:schemeClr val="lt1"/>
                </a:solidFill>
              </a:defRPr>
            </a:lvl7pPr>
            <a:lvl8pPr indent="0" lvl="7" marL="0" algn="l">
              <a:lnSpc>
                <a:spcPct val="100000"/>
              </a:lnSpc>
              <a:spcBef>
                <a:spcPts val="0"/>
              </a:spcBef>
              <a:spcAft>
                <a:spcPts val="0"/>
              </a:spcAft>
              <a:buClr>
                <a:schemeClr val="lt1"/>
              </a:buClr>
              <a:buSzPts val="1400"/>
              <a:buFont typeface="Arial"/>
              <a:buNone/>
              <a:defRPr>
                <a:solidFill>
                  <a:schemeClr val="lt1"/>
                </a:solidFill>
              </a:defRPr>
            </a:lvl8pPr>
            <a:lvl9pPr indent="0" lvl="8" marL="0" algn="l">
              <a:lnSpc>
                <a:spcPct val="100000"/>
              </a:lnSpc>
              <a:spcBef>
                <a:spcPts val="0"/>
              </a:spcBef>
              <a:spcAft>
                <a:spcPts val="0"/>
              </a:spcAft>
              <a:buClr>
                <a:schemeClr val="lt1"/>
              </a:buClr>
              <a:buSzPts val="1400"/>
              <a:buFont typeface="Arial"/>
              <a:buNone/>
              <a:defRPr>
                <a:solidFill>
                  <a:schemeClr val="lt1"/>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lt1"/>
              </a:buClr>
              <a:buSzPts val="3600"/>
              <a:buFont typeface="Arial"/>
              <a:buNone/>
              <a:defRPr b="1" i="0" sz="3600" u="none" cap="none" strike="noStrike">
                <a:solidFill>
                  <a:schemeClr val="lt1"/>
                </a:solidFill>
                <a:latin typeface="Arial"/>
                <a:ea typeface="Arial"/>
                <a:cs typeface="Arial"/>
                <a:sym typeface="Arial"/>
              </a:defRPr>
            </a:lvl1pPr>
            <a:lvl2pPr lvl="1">
              <a:spcBef>
                <a:spcPts val="0"/>
              </a:spcBef>
              <a:spcAft>
                <a:spcPts val="0"/>
              </a:spcAft>
              <a:buClr>
                <a:schemeClr val="lt1"/>
              </a:buClr>
              <a:buSzPts val="3600"/>
              <a:buFont typeface="Arial"/>
              <a:buNone/>
              <a:defRPr b="1" sz="3600">
                <a:solidFill>
                  <a:schemeClr val="lt1"/>
                </a:solidFill>
              </a:defRPr>
            </a:lvl2pPr>
            <a:lvl3pPr lvl="2">
              <a:spcBef>
                <a:spcPts val="0"/>
              </a:spcBef>
              <a:spcAft>
                <a:spcPts val="0"/>
              </a:spcAft>
              <a:buClr>
                <a:schemeClr val="lt1"/>
              </a:buClr>
              <a:buSzPts val="3600"/>
              <a:buFont typeface="Arial"/>
              <a:buNone/>
              <a:defRPr b="1" sz="3600">
                <a:solidFill>
                  <a:schemeClr val="lt1"/>
                </a:solidFill>
              </a:defRPr>
            </a:lvl3pPr>
            <a:lvl4pPr lvl="3">
              <a:spcBef>
                <a:spcPts val="0"/>
              </a:spcBef>
              <a:spcAft>
                <a:spcPts val="0"/>
              </a:spcAft>
              <a:buClr>
                <a:schemeClr val="lt1"/>
              </a:buClr>
              <a:buSzPts val="3600"/>
              <a:buFont typeface="Arial"/>
              <a:buNone/>
              <a:defRPr b="1" sz="3600">
                <a:solidFill>
                  <a:schemeClr val="lt1"/>
                </a:solidFill>
              </a:defRPr>
            </a:lvl4pPr>
            <a:lvl5pPr lvl="4">
              <a:spcBef>
                <a:spcPts val="0"/>
              </a:spcBef>
              <a:spcAft>
                <a:spcPts val="0"/>
              </a:spcAft>
              <a:buClr>
                <a:schemeClr val="lt1"/>
              </a:buClr>
              <a:buSzPts val="3600"/>
              <a:buFont typeface="Arial"/>
              <a:buNone/>
              <a:defRPr b="1" sz="3600">
                <a:solidFill>
                  <a:schemeClr val="lt1"/>
                </a:solidFill>
              </a:defRPr>
            </a:lvl5pPr>
            <a:lvl6pPr lvl="5">
              <a:spcBef>
                <a:spcPts val="0"/>
              </a:spcBef>
              <a:spcAft>
                <a:spcPts val="0"/>
              </a:spcAft>
              <a:buClr>
                <a:schemeClr val="lt1"/>
              </a:buClr>
              <a:buSzPts val="3600"/>
              <a:buFont typeface="Arial"/>
              <a:buNone/>
              <a:defRPr b="1" sz="3600">
                <a:solidFill>
                  <a:schemeClr val="lt1"/>
                </a:solidFill>
              </a:defRPr>
            </a:lvl6pPr>
            <a:lvl7pPr lvl="6">
              <a:spcBef>
                <a:spcPts val="0"/>
              </a:spcBef>
              <a:spcAft>
                <a:spcPts val="0"/>
              </a:spcAft>
              <a:buClr>
                <a:schemeClr val="lt1"/>
              </a:buClr>
              <a:buSzPts val="3600"/>
              <a:buFont typeface="Arial"/>
              <a:buNone/>
              <a:defRPr b="1" sz="3600">
                <a:solidFill>
                  <a:schemeClr val="lt1"/>
                </a:solidFill>
              </a:defRPr>
            </a:lvl7pPr>
            <a:lvl8pPr lvl="7">
              <a:spcBef>
                <a:spcPts val="0"/>
              </a:spcBef>
              <a:spcAft>
                <a:spcPts val="0"/>
              </a:spcAft>
              <a:buClr>
                <a:schemeClr val="lt1"/>
              </a:buClr>
              <a:buSzPts val="3600"/>
              <a:buFont typeface="Arial"/>
              <a:buNone/>
              <a:defRPr b="1" sz="3600">
                <a:solidFill>
                  <a:schemeClr val="lt1"/>
                </a:solidFill>
              </a:defRPr>
            </a:lvl8pPr>
            <a:lvl9pPr lvl="8">
              <a:spcBef>
                <a:spcPts val="0"/>
              </a:spcBef>
              <a:spcAft>
                <a:spcPts val="0"/>
              </a:spcAft>
              <a:buClr>
                <a:schemeClr val="lt1"/>
              </a:buClr>
              <a:buSzPts val="3600"/>
              <a:buFont typeface="Arial"/>
              <a:buNone/>
              <a:defRPr b="1" sz="3600">
                <a:solidFill>
                  <a:schemeClr val="lt1"/>
                </a:solidFill>
              </a:defRPr>
            </a:lvl9pPr>
          </a:lstStyle>
          <a:p/>
        </p:txBody>
      </p:sp>
      <p:sp>
        <p:nvSpPr>
          <p:cNvPr id="7" name="Google Shape;7;p1"/>
          <p:cNvSpPr txBox="1"/>
          <p:nvPr>
            <p:ph idx="1" type="body"/>
          </p:nvPr>
        </p:nvSpPr>
        <p:spPr>
          <a:xfrm>
            <a:off x="457200" y="1200150"/>
            <a:ext cx="8229600" cy="3725699"/>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60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1pPr>
            <a:lvl2pPr indent="-228600" lvl="1" marL="9144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228600" lvl="5" marL="27432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indent="-228600" lvl="6" marL="32004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indent="-228600" lvl="7" marL="36576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indent="-228600" lvl="8" marL="41148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2" type="sldNum"/>
          </p:nvPr>
        </p:nvSpPr>
        <p:spPr>
          <a:xfrm>
            <a:off x="8556791" y="4749850"/>
            <a:ext cx="548699"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8"/>
          <p:cNvSpPr txBox="1"/>
          <p:nvPr>
            <p:ph type="ctrTitle"/>
          </p:nvPr>
        </p:nvSpPr>
        <p:spPr>
          <a:xfrm>
            <a:off x="685800" y="1867781"/>
            <a:ext cx="7772400" cy="1648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7200"/>
              <a:buFont typeface="Arial"/>
              <a:buNone/>
            </a:pPr>
            <a:r>
              <a:rPr lang="en"/>
              <a:t>Style Guide</a:t>
            </a:r>
            <a:endParaRPr/>
          </a:p>
        </p:txBody>
      </p:sp>
      <p:sp>
        <p:nvSpPr>
          <p:cNvPr id="45" name="Google Shape;45;p8"/>
          <p:cNvSpPr txBox="1"/>
          <p:nvPr>
            <p:ph idx="1" type="subTitle"/>
          </p:nvPr>
        </p:nvSpPr>
        <p:spPr>
          <a:xfrm>
            <a:off x="685800" y="3627026"/>
            <a:ext cx="7772400" cy="77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Font typeface="Arial"/>
              <a:buNone/>
            </a:pPr>
            <a:r>
              <a:rPr lang="en"/>
              <a:t>Writing better programs</a:t>
            </a:r>
            <a:endParaRP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9"/>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Font typeface="Arial"/>
              <a:buNone/>
            </a:pPr>
            <a:r>
              <a:rPr lang="en"/>
              <a:t>Three elements of good style</a:t>
            </a:r>
            <a:endParaRPr/>
          </a:p>
        </p:txBody>
      </p:sp>
      <p:sp>
        <p:nvSpPr>
          <p:cNvPr id="51" name="Google Shape;51;p9"/>
          <p:cNvSpPr txBox="1"/>
          <p:nvPr>
            <p:ph idx="1" type="body"/>
          </p:nvPr>
        </p:nvSpPr>
        <p:spPr>
          <a:xfrm>
            <a:off x="457200" y="1200150"/>
            <a:ext cx="8229600" cy="3725699"/>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3000"/>
              <a:buFont typeface="Arial"/>
              <a:buNone/>
            </a:pPr>
            <a:r>
              <a:rPr lang="en"/>
              <a:t>Meaningful variable names</a:t>
            </a:r>
            <a:endParaRPr/>
          </a:p>
          <a:p>
            <a:pPr indent="-228600" lvl="0" marL="457200" rtl="0" algn="l">
              <a:lnSpc>
                <a:spcPct val="100000"/>
              </a:lnSpc>
              <a:spcBef>
                <a:spcPts val="0"/>
              </a:spcBef>
              <a:spcAft>
                <a:spcPts val="0"/>
              </a:spcAft>
              <a:buSzPts val="3000"/>
              <a:buFont typeface="Arial"/>
              <a:buNone/>
            </a:pPr>
            <a:r>
              <a:rPr lang="en"/>
              <a:t>Appropriate comments</a:t>
            </a:r>
            <a:endParaRPr/>
          </a:p>
          <a:p>
            <a:pPr indent="-228600" lvl="0" marL="457200" rtl="0" algn="l">
              <a:lnSpc>
                <a:spcPct val="100000"/>
              </a:lnSpc>
              <a:spcBef>
                <a:spcPts val="0"/>
              </a:spcBef>
              <a:spcAft>
                <a:spcPts val="0"/>
              </a:spcAft>
              <a:buSzPts val="3000"/>
              <a:buFont typeface="Arial"/>
              <a:buNone/>
            </a:pPr>
            <a:r>
              <a:rPr lang="en"/>
              <a:t>Use of white space</a:t>
            </a:r>
            <a:endParaRPr/>
          </a:p>
          <a:p>
            <a:pPr indent="0" lvl="0" marL="0" rtl="0" algn="l">
              <a:lnSpc>
                <a:spcPct val="100000"/>
              </a:lnSpc>
              <a:spcBef>
                <a:spcPts val="0"/>
              </a:spcBef>
              <a:spcAft>
                <a:spcPts val="0"/>
              </a:spcAft>
              <a:buSzPts val="3000"/>
              <a:buFont typeface="Arial"/>
              <a:buNone/>
            </a:pPr>
            <a:r>
              <a:t/>
            </a:r>
            <a:endParaRPr/>
          </a:p>
          <a:p>
            <a:pPr indent="0" lvl="0" marL="0" rtl="0" algn="l">
              <a:lnSpc>
                <a:spcPct val="100000"/>
              </a:lnSpc>
              <a:spcBef>
                <a:spcPts val="0"/>
              </a:spcBef>
              <a:spcAft>
                <a:spcPts val="0"/>
              </a:spcAft>
              <a:buSzPts val="3000"/>
              <a:buFont typeface="Arial"/>
              <a:buNone/>
            </a:pPr>
            <a:r>
              <a:rPr lang="en"/>
              <a:t>Remember: Style is not something to be fixed up just before you hand in work. It needs to </a:t>
            </a:r>
            <a:r>
              <a:rPr b="1" lang="en"/>
              <a:t>become a habit</a:t>
            </a:r>
            <a:r>
              <a:rPr lang="en"/>
              <a:t> while you write programs.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
                                            <p:txEl>
                                              <p:pRg end="0" st="0"/>
                                            </p:txEl>
                                          </p:spTgt>
                                        </p:tgtEl>
                                        <p:attrNameLst>
                                          <p:attrName>style.visibility</p:attrName>
                                        </p:attrNameLst>
                                      </p:cBhvr>
                                      <p:to>
                                        <p:strVal val="visible"/>
                                      </p:to>
                                    </p:set>
                                    <p:anim calcmode="lin" valueType="num">
                                      <p:cBhvr additive="base">
                                        <p:cTn dur="500"/>
                                        <p:tgtEl>
                                          <p:spTgt spid="5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
                                            <p:txEl>
                                              <p:pRg end="1" st="1"/>
                                            </p:txEl>
                                          </p:spTgt>
                                        </p:tgtEl>
                                        <p:attrNameLst>
                                          <p:attrName>style.visibility</p:attrName>
                                        </p:attrNameLst>
                                      </p:cBhvr>
                                      <p:to>
                                        <p:strVal val="visible"/>
                                      </p:to>
                                    </p:set>
                                    <p:anim calcmode="lin" valueType="num">
                                      <p:cBhvr additive="base">
                                        <p:cTn dur="500"/>
                                        <p:tgtEl>
                                          <p:spTgt spid="5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
                                            <p:txEl>
                                              <p:pRg end="2" st="2"/>
                                            </p:txEl>
                                          </p:spTgt>
                                        </p:tgtEl>
                                        <p:attrNameLst>
                                          <p:attrName>style.visibility</p:attrName>
                                        </p:attrNameLst>
                                      </p:cBhvr>
                                      <p:to>
                                        <p:strVal val="visible"/>
                                      </p:to>
                                    </p:set>
                                    <p:anim calcmode="lin" valueType="num">
                                      <p:cBhvr additive="base">
                                        <p:cTn dur="500"/>
                                        <p:tgtEl>
                                          <p:spTgt spid="5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
                                            <p:txEl>
                                              <p:pRg end="3" st="3"/>
                                            </p:txEl>
                                          </p:spTgt>
                                        </p:tgtEl>
                                        <p:attrNameLst>
                                          <p:attrName>style.visibility</p:attrName>
                                        </p:attrNameLst>
                                      </p:cBhvr>
                                      <p:to>
                                        <p:strVal val="visible"/>
                                      </p:to>
                                    </p:set>
                                    <p:anim calcmode="lin" valueType="num">
                                      <p:cBhvr additive="base">
                                        <p:cTn dur="500"/>
                                        <p:tgtEl>
                                          <p:spTgt spid="5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
                                            <p:txEl>
                                              <p:pRg end="4" st="4"/>
                                            </p:txEl>
                                          </p:spTgt>
                                        </p:tgtEl>
                                        <p:attrNameLst>
                                          <p:attrName>style.visibility</p:attrName>
                                        </p:attrNameLst>
                                      </p:cBhvr>
                                      <p:to>
                                        <p:strVal val="visible"/>
                                      </p:to>
                                    </p:set>
                                    <p:anim calcmode="lin" valueType="num">
                                      <p:cBhvr additive="base">
                                        <p:cTn dur="500"/>
                                        <p:tgtEl>
                                          <p:spTgt spid="5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0"/>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Font typeface="Arial"/>
              <a:buNone/>
            </a:pPr>
            <a:r>
              <a:rPr lang="en"/>
              <a:t>Why do we care about style?</a:t>
            </a:r>
            <a:endParaRPr/>
          </a:p>
        </p:txBody>
      </p:sp>
      <p:sp>
        <p:nvSpPr>
          <p:cNvPr id="57" name="Google Shape;57;p10"/>
          <p:cNvSpPr txBox="1"/>
          <p:nvPr>
            <p:ph idx="1" type="body"/>
          </p:nvPr>
        </p:nvSpPr>
        <p:spPr>
          <a:xfrm>
            <a:off x="457200" y="1200150"/>
            <a:ext cx="8229600" cy="3725699"/>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3000"/>
              <a:buFont typeface="Arial"/>
              <a:buNone/>
            </a:pPr>
            <a:r>
              <a:rPr lang="en"/>
              <a:t>Aids clarity of thought while coding </a:t>
            </a:r>
            <a:endParaRPr/>
          </a:p>
          <a:p>
            <a:pPr indent="-228600" lvl="0" marL="457200" rtl="0" algn="l">
              <a:lnSpc>
                <a:spcPct val="100000"/>
              </a:lnSpc>
              <a:spcBef>
                <a:spcPts val="0"/>
              </a:spcBef>
              <a:spcAft>
                <a:spcPts val="0"/>
              </a:spcAft>
              <a:buSzPts val="3000"/>
              <a:buFont typeface="Arial"/>
              <a:buNone/>
            </a:pPr>
            <a:r>
              <a:rPr lang="en"/>
              <a:t>Prevents errors </a:t>
            </a:r>
            <a:endParaRPr/>
          </a:p>
          <a:p>
            <a:pPr indent="-228600" lvl="0" marL="457200" rtl="0" algn="l">
              <a:lnSpc>
                <a:spcPct val="100000"/>
              </a:lnSpc>
              <a:spcBef>
                <a:spcPts val="0"/>
              </a:spcBef>
              <a:spcAft>
                <a:spcPts val="0"/>
              </a:spcAft>
              <a:buSzPts val="3000"/>
              <a:buFont typeface="Arial"/>
              <a:buNone/>
            </a:pPr>
            <a:r>
              <a:rPr lang="en"/>
              <a:t>Aids debugging </a:t>
            </a:r>
            <a:endParaRPr/>
          </a:p>
          <a:p>
            <a:pPr indent="-228600" lvl="0" marL="457200" rtl="0" algn="l">
              <a:lnSpc>
                <a:spcPct val="100000"/>
              </a:lnSpc>
              <a:spcBef>
                <a:spcPts val="0"/>
              </a:spcBef>
              <a:spcAft>
                <a:spcPts val="0"/>
              </a:spcAft>
              <a:buSzPts val="3000"/>
              <a:buFont typeface="Arial"/>
              <a:buNone/>
            </a:pPr>
            <a:r>
              <a:rPr lang="en"/>
              <a:t>Easier to maintain and update </a:t>
            </a:r>
            <a:endParaRPr/>
          </a:p>
          <a:p>
            <a:pPr indent="-228600" lvl="0" marL="457200" rtl="0" algn="l">
              <a:lnSpc>
                <a:spcPct val="100000"/>
              </a:lnSpc>
              <a:spcBef>
                <a:spcPts val="0"/>
              </a:spcBef>
              <a:spcAft>
                <a:spcPts val="0"/>
              </a:spcAft>
              <a:buSzPts val="3000"/>
              <a:buFont typeface="Arial"/>
              <a:buNone/>
            </a:pPr>
            <a:r>
              <a:rPr lang="en"/>
              <a:t>Easy for other developers to use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3000"/>
              <a:buFont typeface="Arial"/>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
                                            <p:txEl>
                                              <p:pRg end="0" st="0"/>
                                            </p:txEl>
                                          </p:spTgt>
                                        </p:tgtEl>
                                        <p:attrNameLst>
                                          <p:attrName>style.visibility</p:attrName>
                                        </p:attrNameLst>
                                      </p:cBhvr>
                                      <p:to>
                                        <p:strVal val="visible"/>
                                      </p:to>
                                    </p:set>
                                    <p:anim calcmode="lin" valueType="num">
                                      <p:cBhvr additive="base">
                                        <p:cTn dur="500"/>
                                        <p:tgtEl>
                                          <p:spTgt spid="5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
                                            <p:txEl>
                                              <p:pRg end="1" st="1"/>
                                            </p:txEl>
                                          </p:spTgt>
                                        </p:tgtEl>
                                        <p:attrNameLst>
                                          <p:attrName>style.visibility</p:attrName>
                                        </p:attrNameLst>
                                      </p:cBhvr>
                                      <p:to>
                                        <p:strVal val="visible"/>
                                      </p:to>
                                    </p:set>
                                    <p:anim calcmode="lin" valueType="num">
                                      <p:cBhvr additive="base">
                                        <p:cTn dur="500"/>
                                        <p:tgtEl>
                                          <p:spTgt spid="5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
                                            <p:txEl>
                                              <p:pRg end="2" st="2"/>
                                            </p:txEl>
                                          </p:spTgt>
                                        </p:tgtEl>
                                        <p:attrNameLst>
                                          <p:attrName>style.visibility</p:attrName>
                                        </p:attrNameLst>
                                      </p:cBhvr>
                                      <p:to>
                                        <p:strVal val="visible"/>
                                      </p:to>
                                    </p:set>
                                    <p:anim calcmode="lin" valueType="num">
                                      <p:cBhvr additive="base">
                                        <p:cTn dur="500"/>
                                        <p:tgtEl>
                                          <p:spTgt spid="5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
                                            <p:txEl>
                                              <p:pRg end="3" st="3"/>
                                            </p:txEl>
                                          </p:spTgt>
                                        </p:tgtEl>
                                        <p:attrNameLst>
                                          <p:attrName>style.visibility</p:attrName>
                                        </p:attrNameLst>
                                      </p:cBhvr>
                                      <p:to>
                                        <p:strVal val="visible"/>
                                      </p:to>
                                    </p:set>
                                    <p:anim calcmode="lin" valueType="num">
                                      <p:cBhvr additive="base">
                                        <p:cTn dur="500"/>
                                        <p:tgtEl>
                                          <p:spTgt spid="5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
                                            <p:txEl>
                                              <p:pRg end="4" st="4"/>
                                            </p:txEl>
                                          </p:spTgt>
                                        </p:tgtEl>
                                        <p:attrNameLst>
                                          <p:attrName>style.visibility</p:attrName>
                                        </p:attrNameLst>
                                      </p:cBhvr>
                                      <p:to>
                                        <p:strVal val="visible"/>
                                      </p:to>
                                    </p:set>
                                    <p:anim calcmode="lin" valueType="num">
                                      <p:cBhvr additive="base">
                                        <p:cTn dur="500"/>
                                        <p:tgtEl>
                                          <p:spTgt spid="5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
                                            <p:txEl>
                                              <p:pRg end="5" st="5"/>
                                            </p:txEl>
                                          </p:spTgt>
                                        </p:tgtEl>
                                        <p:attrNameLst>
                                          <p:attrName>style.visibility</p:attrName>
                                        </p:attrNameLst>
                                      </p:cBhvr>
                                      <p:to>
                                        <p:strVal val="visible"/>
                                      </p:to>
                                    </p:set>
                                    <p:anim calcmode="lin" valueType="num">
                                      <p:cBhvr additive="base">
                                        <p:cTn dur="500"/>
                                        <p:tgtEl>
                                          <p:spTgt spid="5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
                                            <p:txEl>
                                              <p:pRg end="6" st="6"/>
                                            </p:txEl>
                                          </p:spTgt>
                                        </p:tgtEl>
                                        <p:attrNameLst>
                                          <p:attrName>style.visibility</p:attrName>
                                        </p:attrNameLst>
                                      </p:cBhvr>
                                      <p:to>
                                        <p:strVal val="visible"/>
                                      </p:to>
                                    </p:set>
                                    <p:anim calcmode="lin" valueType="num">
                                      <p:cBhvr additive="base">
                                        <p:cTn dur="500"/>
                                        <p:tgtEl>
                                          <p:spTgt spid="5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1"/>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Font typeface="Arial"/>
              <a:buNone/>
            </a:pPr>
            <a:r>
              <a:rPr lang="en"/>
              <a:t>Naming conventions</a:t>
            </a:r>
            <a:endParaRPr/>
          </a:p>
        </p:txBody>
      </p:sp>
      <p:sp>
        <p:nvSpPr>
          <p:cNvPr id="63" name="Google Shape;63;p11"/>
          <p:cNvSpPr txBox="1"/>
          <p:nvPr>
            <p:ph idx="1" type="body"/>
          </p:nvPr>
        </p:nvSpPr>
        <p:spPr>
          <a:xfrm>
            <a:off x="457200" y="1200150"/>
            <a:ext cx="8229600" cy="3725699"/>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0"/>
              </a:spcBef>
              <a:spcAft>
                <a:spcPts val="0"/>
              </a:spcAft>
              <a:buSzPts val="2400"/>
              <a:buFont typeface="Arial"/>
              <a:buNone/>
            </a:pPr>
            <a:r>
              <a:rPr lang="en" sz="2400"/>
              <a:t>All names should be descriptive and accurate and in English (for this course). </a:t>
            </a:r>
            <a:endParaRPr/>
          </a:p>
          <a:p>
            <a:pPr indent="-381000" lvl="0" marL="457200" rtl="0" algn="l">
              <a:lnSpc>
                <a:spcPct val="100000"/>
              </a:lnSpc>
              <a:spcBef>
                <a:spcPts val="0"/>
              </a:spcBef>
              <a:spcAft>
                <a:spcPts val="0"/>
              </a:spcAft>
              <a:buSzPts val="2400"/>
              <a:buFont typeface="Arial"/>
              <a:buNone/>
            </a:pPr>
            <a:r>
              <a:rPr lang="en" sz="2400"/>
              <a:t>Avoid abbreviations.  “mon” is less clear than “month”. </a:t>
            </a:r>
            <a:endParaRPr/>
          </a:p>
          <a:p>
            <a:pPr indent="-381000" lvl="0" marL="457200" rtl="0" algn="l">
              <a:lnSpc>
                <a:spcPct val="100000"/>
              </a:lnSpc>
              <a:spcBef>
                <a:spcPts val="0"/>
              </a:spcBef>
              <a:spcAft>
                <a:spcPts val="0"/>
              </a:spcAft>
              <a:buSzPts val="2400"/>
              <a:buFont typeface="Arial"/>
              <a:buNone/>
            </a:pPr>
            <a:r>
              <a:rPr lang="en" sz="2400"/>
              <a:t>Use mixed case for most names (e.g.  lastName)</a:t>
            </a:r>
            <a:endParaRPr/>
          </a:p>
          <a:p>
            <a:pPr indent="-381000" lvl="0" marL="457200" rtl="0" algn="l">
              <a:lnSpc>
                <a:spcPct val="100000"/>
              </a:lnSpc>
              <a:spcBef>
                <a:spcPts val="0"/>
              </a:spcBef>
              <a:spcAft>
                <a:spcPts val="0"/>
              </a:spcAft>
              <a:buSzPts val="2400"/>
              <a:buFont typeface="Arial"/>
              <a:buNone/>
            </a:pPr>
            <a:r>
              <a:rPr lang="en" sz="2400"/>
              <a:t>Constants should be in uppercase (e.g. PI) </a:t>
            </a:r>
            <a:endParaRPr/>
          </a:p>
          <a:p>
            <a:pPr indent="-381000" lvl="0" marL="457200" rtl="0" algn="l">
              <a:lnSpc>
                <a:spcPct val="100000"/>
              </a:lnSpc>
              <a:spcBef>
                <a:spcPts val="0"/>
              </a:spcBef>
              <a:spcAft>
                <a:spcPts val="0"/>
              </a:spcAft>
              <a:buSzPts val="2400"/>
              <a:buFont typeface="Arial"/>
              <a:buNone/>
            </a:pPr>
            <a:r>
              <a:rPr lang="en" sz="2400"/>
              <a:t>Variable names are usually nouns </a:t>
            </a:r>
            <a:endParaRPr/>
          </a:p>
          <a:p>
            <a:pPr indent="-381000" lvl="0" marL="457200" rtl="0" algn="l">
              <a:lnSpc>
                <a:spcPct val="100000"/>
              </a:lnSpc>
              <a:spcBef>
                <a:spcPts val="0"/>
              </a:spcBef>
              <a:spcAft>
                <a:spcPts val="0"/>
              </a:spcAft>
              <a:buSzPts val="2400"/>
              <a:buFont typeface="Arial"/>
              <a:buNone/>
            </a:pPr>
            <a:r>
              <a:rPr lang="en" sz="2400"/>
              <a:t>For simple indexes use i, j and k instead of long names like “indexIntoList” (for use in loops and arrays)</a:t>
            </a:r>
            <a:endParaRPr/>
          </a:p>
          <a:p>
            <a:pPr indent="-381000" lvl="0" marL="457200" rtl="0" algn="l">
              <a:lnSpc>
                <a:spcPct val="100000"/>
              </a:lnSpc>
              <a:spcBef>
                <a:spcPts val="0"/>
              </a:spcBef>
              <a:spcAft>
                <a:spcPts val="0"/>
              </a:spcAft>
              <a:buSzPts val="2400"/>
              <a:buFont typeface="Arial"/>
              <a:buNone/>
            </a:pPr>
            <a:r>
              <a:rPr lang="en" sz="2400"/>
              <a:t>Classes start with a capital letter. Methods start with a lower case letter. More on this later.</a:t>
            </a:r>
            <a:br>
              <a:rPr lang="en" sz="2400"/>
            </a:br>
            <a:endParaRPr sz="2400"/>
          </a:p>
          <a:p>
            <a:pPr indent="0" lvl="0" marL="0" rtl="0" algn="l">
              <a:lnSpc>
                <a:spcPct val="100000"/>
              </a:lnSpc>
              <a:spcBef>
                <a:spcPts val="0"/>
              </a:spcBef>
              <a:spcAft>
                <a:spcPts val="0"/>
              </a:spcAft>
              <a:buClr>
                <a:schemeClr val="dk1"/>
              </a:buClr>
              <a:buSzPts val="1100"/>
              <a:buFont typeface="Arial"/>
              <a:buNone/>
            </a:pPr>
            <a:r>
              <a:t/>
            </a:r>
            <a:endParaRPr sz="2400"/>
          </a:p>
          <a:p>
            <a:pPr indent="0" lvl="0" marL="0" rtl="0" algn="l">
              <a:lnSpc>
                <a:spcPct val="100000"/>
              </a:lnSpc>
              <a:spcBef>
                <a:spcPts val="0"/>
              </a:spcBef>
              <a:spcAft>
                <a:spcPts val="0"/>
              </a:spcAft>
              <a:buSzPts val="2400"/>
              <a:buFont typeface="Arial"/>
              <a:buNone/>
            </a:pPr>
            <a:r>
              <a:t/>
            </a:r>
            <a:endParaRPr sz="2400"/>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0" st="0"/>
                                            </p:txEl>
                                          </p:spTgt>
                                        </p:tgtEl>
                                        <p:attrNameLst>
                                          <p:attrName>style.visibility</p:attrName>
                                        </p:attrNameLst>
                                      </p:cBhvr>
                                      <p:to>
                                        <p:strVal val="visible"/>
                                      </p:to>
                                    </p:set>
                                    <p:animEffect filter="fade" transition="in">
                                      <p:cBhvr>
                                        <p:cTn dur="1000"/>
                                        <p:tgtEl>
                                          <p:spTgt spid="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1" st="1"/>
                                            </p:txEl>
                                          </p:spTgt>
                                        </p:tgtEl>
                                        <p:attrNameLst>
                                          <p:attrName>style.visibility</p:attrName>
                                        </p:attrNameLst>
                                      </p:cBhvr>
                                      <p:to>
                                        <p:strVal val="visible"/>
                                      </p:to>
                                    </p:set>
                                    <p:animEffect filter="fade" transition="in">
                                      <p:cBhvr>
                                        <p:cTn dur="1000"/>
                                        <p:tgtEl>
                                          <p:spTgt spid="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2" st="2"/>
                                            </p:txEl>
                                          </p:spTgt>
                                        </p:tgtEl>
                                        <p:attrNameLst>
                                          <p:attrName>style.visibility</p:attrName>
                                        </p:attrNameLst>
                                      </p:cBhvr>
                                      <p:to>
                                        <p:strVal val="visible"/>
                                      </p:to>
                                    </p:set>
                                    <p:animEffect filter="fade" transition="in">
                                      <p:cBhvr>
                                        <p:cTn dur="1000"/>
                                        <p:tgtEl>
                                          <p:spTgt spid="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3" st="3"/>
                                            </p:txEl>
                                          </p:spTgt>
                                        </p:tgtEl>
                                        <p:attrNameLst>
                                          <p:attrName>style.visibility</p:attrName>
                                        </p:attrNameLst>
                                      </p:cBhvr>
                                      <p:to>
                                        <p:strVal val="visible"/>
                                      </p:to>
                                    </p:set>
                                    <p:animEffect filter="fade" transition="in">
                                      <p:cBhvr>
                                        <p:cTn dur="1000"/>
                                        <p:tgtEl>
                                          <p:spTgt spid="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4" st="4"/>
                                            </p:txEl>
                                          </p:spTgt>
                                        </p:tgtEl>
                                        <p:attrNameLst>
                                          <p:attrName>style.visibility</p:attrName>
                                        </p:attrNameLst>
                                      </p:cBhvr>
                                      <p:to>
                                        <p:strVal val="visible"/>
                                      </p:to>
                                    </p:set>
                                    <p:animEffect filter="fade" transition="in">
                                      <p:cBhvr>
                                        <p:cTn dur="1000"/>
                                        <p:tgtEl>
                                          <p:spTgt spid="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5" st="5"/>
                                            </p:txEl>
                                          </p:spTgt>
                                        </p:tgtEl>
                                        <p:attrNameLst>
                                          <p:attrName>style.visibility</p:attrName>
                                        </p:attrNameLst>
                                      </p:cBhvr>
                                      <p:to>
                                        <p:strVal val="visible"/>
                                      </p:to>
                                    </p:set>
                                    <p:animEffect filter="fade" transition="in">
                                      <p:cBhvr>
                                        <p:cTn dur="1000"/>
                                        <p:tgtEl>
                                          <p:spTgt spid="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6" st="6"/>
                                            </p:txEl>
                                          </p:spTgt>
                                        </p:tgtEl>
                                        <p:attrNameLst>
                                          <p:attrName>style.visibility</p:attrName>
                                        </p:attrNameLst>
                                      </p:cBhvr>
                                      <p:to>
                                        <p:strVal val="visible"/>
                                      </p:to>
                                    </p:set>
                                    <p:animEffect filter="fade" transition="in">
                                      <p:cBhvr>
                                        <p:cTn dur="1000"/>
                                        <p:tgtEl>
                                          <p:spTgt spid="6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7" st="7"/>
                                            </p:txEl>
                                          </p:spTgt>
                                        </p:tgtEl>
                                        <p:attrNameLst>
                                          <p:attrName>style.visibility</p:attrName>
                                        </p:attrNameLst>
                                      </p:cBhvr>
                                      <p:to>
                                        <p:strVal val="visible"/>
                                      </p:to>
                                    </p:set>
                                    <p:animEffect filter="fade" transition="in">
                                      <p:cBhvr>
                                        <p:cTn dur="1000"/>
                                        <p:tgtEl>
                                          <p:spTgt spid="6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8" st="8"/>
                                            </p:txEl>
                                          </p:spTgt>
                                        </p:tgtEl>
                                        <p:attrNameLst>
                                          <p:attrName>style.visibility</p:attrName>
                                        </p:attrNameLst>
                                      </p:cBhvr>
                                      <p:to>
                                        <p:strVal val="visible"/>
                                      </p:to>
                                    </p:set>
                                    <p:animEffect filter="fade" transition="in">
                                      <p:cBhvr>
                                        <p:cTn dur="1000"/>
                                        <p:tgtEl>
                                          <p:spTgt spid="6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2"/>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Font typeface="Arial"/>
              <a:buNone/>
            </a:pPr>
            <a:r>
              <a:rPr lang="en"/>
              <a:t>Comments</a:t>
            </a:r>
            <a:endParaRPr/>
          </a:p>
        </p:txBody>
      </p:sp>
      <p:sp>
        <p:nvSpPr>
          <p:cNvPr id="69" name="Google Shape;69;p12"/>
          <p:cNvSpPr txBox="1"/>
          <p:nvPr>
            <p:ph idx="1" type="body"/>
          </p:nvPr>
        </p:nvSpPr>
        <p:spPr>
          <a:xfrm>
            <a:off x="457200" y="1200150"/>
            <a:ext cx="8229600" cy="3725699"/>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0"/>
              </a:spcBef>
              <a:spcAft>
                <a:spcPts val="0"/>
              </a:spcAft>
              <a:buSzPts val="2400"/>
              <a:buFont typeface="Arial"/>
              <a:buNone/>
            </a:pPr>
            <a:r>
              <a:rPr lang="en" sz="2400"/>
              <a:t>Comments should tell a story.</a:t>
            </a:r>
            <a:endParaRPr/>
          </a:p>
          <a:p>
            <a:pPr indent="-381000" lvl="0" marL="457200" rtl="0" algn="l">
              <a:lnSpc>
                <a:spcPct val="100000"/>
              </a:lnSpc>
              <a:spcBef>
                <a:spcPts val="0"/>
              </a:spcBef>
              <a:spcAft>
                <a:spcPts val="0"/>
              </a:spcAft>
              <a:buSzPts val="2400"/>
              <a:buFont typeface="Arial"/>
              <a:buNone/>
            </a:pPr>
            <a:r>
              <a:rPr lang="en" sz="2400"/>
              <a:t>Are your comments understandable if you removed your code?</a:t>
            </a:r>
            <a:endParaRPr/>
          </a:p>
          <a:p>
            <a:pPr indent="-381000" lvl="0" marL="457200" rtl="0" algn="l">
              <a:lnSpc>
                <a:spcPct val="100000"/>
              </a:lnSpc>
              <a:spcBef>
                <a:spcPts val="0"/>
              </a:spcBef>
              <a:spcAft>
                <a:spcPts val="0"/>
              </a:spcAft>
              <a:buSzPts val="2400"/>
              <a:buFont typeface="Arial"/>
              <a:buNone/>
            </a:pPr>
            <a:r>
              <a:rPr lang="en" sz="2400"/>
              <a:t>They need to be concise, and say what is being done, not how it is being done.</a:t>
            </a:r>
            <a:endParaRPr/>
          </a:p>
          <a:p>
            <a:pPr indent="-381000" lvl="0" marL="457200" rtl="0" algn="l">
              <a:lnSpc>
                <a:spcPct val="100000"/>
              </a:lnSpc>
              <a:spcBef>
                <a:spcPts val="0"/>
              </a:spcBef>
              <a:spcAft>
                <a:spcPts val="0"/>
              </a:spcAft>
              <a:buSzPts val="2400"/>
              <a:buFont typeface="Arial"/>
              <a:buNone/>
            </a:pPr>
            <a:r>
              <a:rPr lang="en" sz="2400"/>
              <a:t>Document any code that isn't obvious.</a:t>
            </a:r>
            <a:endParaRPr/>
          </a:p>
          <a:p>
            <a:pPr indent="-381000" lvl="0" marL="457200" rtl="0" algn="l">
              <a:lnSpc>
                <a:spcPct val="100000"/>
              </a:lnSpc>
              <a:spcBef>
                <a:spcPts val="0"/>
              </a:spcBef>
              <a:spcAft>
                <a:spcPts val="0"/>
              </a:spcAft>
              <a:buSzPts val="2400"/>
              <a:buFont typeface="Arial"/>
              <a:buNone/>
            </a:pPr>
            <a:r>
              <a:rPr lang="en" sz="2400"/>
              <a:t>Include a line of comments at the beginning of each section of code.</a:t>
            </a:r>
            <a:endParaRPr/>
          </a:p>
          <a:p>
            <a:pPr indent="-381000" lvl="0" marL="457200" rtl="0" algn="l">
              <a:lnSpc>
                <a:spcPct val="100000"/>
              </a:lnSpc>
              <a:spcBef>
                <a:spcPts val="0"/>
              </a:spcBef>
              <a:spcAft>
                <a:spcPts val="0"/>
              </a:spcAft>
              <a:buSzPts val="2400"/>
              <a:buFont typeface="Arial"/>
              <a:buNone/>
            </a:pPr>
            <a:r>
              <a:rPr lang="en" sz="2400"/>
              <a:t>Imagine someone else is reading your code. Would they understand it? Would they be able to make changes?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xEl>
                                              <p:pRg end="0" st="0"/>
                                            </p:txEl>
                                          </p:spTgt>
                                        </p:tgtEl>
                                        <p:attrNameLst>
                                          <p:attrName>style.visibility</p:attrName>
                                        </p:attrNameLst>
                                      </p:cBhvr>
                                      <p:to>
                                        <p:strVal val="visible"/>
                                      </p:to>
                                    </p:set>
                                    <p:animEffect filter="fade" transition="in">
                                      <p:cBhvr>
                                        <p:cTn dur="500"/>
                                        <p:tgtEl>
                                          <p:spTgt spid="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xEl>
                                              <p:pRg end="1" st="1"/>
                                            </p:txEl>
                                          </p:spTgt>
                                        </p:tgtEl>
                                        <p:attrNameLst>
                                          <p:attrName>style.visibility</p:attrName>
                                        </p:attrNameLst>
                                      </p:cBhvr>
                                      <p:to>
                                        <p:strVal val="visible"/>
                                      </p:to>
                                    </p:set>
                                    <p:animEffect filter="fade" transition="in">
                                      <p:cBhvr>
                                        <p:cTn dur="500"/>
                                        <p:tgtEl>
                                          <p:spTgt spid="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xEl>
                                              <p:pRg end="2" st="2"/>
                                            </p:txEl>
                                          </p:spTgt>
                                        </p:tgtEl>
                                        <p:attrNameLst>
                                          <p:attrName>style.visibility</p:attrName>
                                        </p:attrNameLst>
                                      </p:cBhvr>
                                      <p:to>
                                        <p:strVal val="visible"/>
                                      </p:to>
                                    </p:set>
                                    <p:animEffect filter="fade" transition="in">
                                      <p:cBhvr>
                                        <p:cTn dur="500"/>
                                        <p:tgtEl>
                                          <p:spTgt spid="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xEl>
                                              <p:pRg end="3" st="3"/>
                                            </p:txEl>
                                          </p:spTgt>
                                        </p:tgtEl>
                                        <p:attrNameLst>
                                          <p:attrName>style.visibility</p:attrName>
                                        </p:attrNameLst>
                                      </p:cBhvr>
                                      <p:to>
                                        <p:strVal val="visible"/>
                                      </p:to>
                                    </p:set>
                                    <p:animEffect filter="fade" transition="in">
                                      <p:cBhvr>
                                        <p:cTn dur="500"/>
                                        <p:tgtEl>
                                          <p:spTgt spid="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xEl>
                                              <p:pRg end="4" st="4"/>
                                            </p:txEl>
                                          </p:spTgt>
                                        </p:tgtEl>
                                        <p:attrNameLst>
                                          <p:attrName>style.visibility</p:attrName>
                                        </p:attrNameLst>
                                      </p:cBhvr>
                                      <p:to>
                                        <p:strVal val="visible"/>
                                      </p:to>
                                    </p:set>
                                    <p:animEffect filter="fade" transition="in">
                                      <p:cBhvr>
                                        <p:cTn dur="500"/>
                                        <p:tgtEl>
                                          <p:spTgt spid="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xEl>
                                              <p:pRg end="5" st="5"/>
                                            </p:txEl>
                                          </p:spTgt>
                                        </p:tgtEl>
                                        <p:attrNameLst>
                                          <p:attrName>style.visibility</p:attrName>
                                        </p:attrNameLst>
                                      </p:cBhvr>
                                      <p:to>
                                        <p:strVal val="visible"/>
                                      </p:to>
                                    </p:set>
                                    <p:animEffect filter="fade" transition="in">
                                      <p:cBhvr>
                                        <p:cTn dur="500"/>
                                        <p:tgtEl>
                                          <p:spTgt spid="69">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3"/>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3600"/>
              <a:buFont typeface="Arial"/>
              <a:buNone/>
            </a:pPr>
            <a:r>
              <a:rPr lang="en"/>
              <a:t>Comments - what to include</a:t>
            </a:r>
            <a:endParaRPr/>
          </a:p>
        </p:txBody>
      </p:sp>
      <p:sp>
        <p:nvSpPr>
          <p:cNvPr id="75" name="Google Shape;75;p13"/>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 brief description of class - This program calculated tax and total, and change</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public class Cashier {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    public static void main(String[] args)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        //get user input of the subtotal</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        //</a:t>
            </a:r>
            <a:r>
              <a:rPr lang="en" sz="1000">
                <a:latin typeface="Courier"/>
                <a:ea typeface="Courier"/>
                <a:cs typeface="Courier"/>
                <a:sym typeface="Courier"/>
              </a:rPr>
              <a:t>calculate</a:t>
            </a:r>
            <a:r>
              <a:rPr lang="en" sz="1000">
                <a:latin typeface="Courier"/>
                <a:ea typeface="Courier"/>
                <a:cs typeface="Courier"/>
                <a:sym typeface="Courier"/>
              </a:rPr>
              <a:t> tax and total</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        //get user input for cash given</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        //calculate change</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    } // end main method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t/>
            </a:r>
            <a:endParaRPr sz="1000">
              <a:latin typeface="Courier"/>
              <a:ea typeface="Courier"/>
              <a:cs typeface="Courier"/>
              <a:sym typeface="Courier"/>
            </a:endParaRPr>
          </a:p>
          <a:p>
            <a:pPr indent="0" lvl="0" marL="0" rtl="0" algn="l">
              <a:spcBef>
                <a:spcPts val="0"/>
              </a:spcBef>
              <a:spcAft>
                <a:spcPts val="0"/>
              </a:spcAft>
              <a:buClr>
                <a:schemeClr val="dk1"/>
              </a:buClr>
              <a:buSzPts val="1100"/>
              <a:buFont typeface="Arial"/>
              <a:buNone/>
            </a:pPr>
            <a:r>
              <a:rPr lang="en" sz="1000">
                <a:latin typeface="Courier"/>
                <a:ea typeface="Courier"/>
                <a:cs typeface="Courier"/>
                <a:sym typeface="Courier"/>
              </a:rPr>
              <a:t>} // end class</a:t>
            </a:r>
            <a:endParaRPr sz="1000">
              <a:latin typeface="Courier"/>
              <a:ea typeface="Courier"/>
              <a:cs typeface="Courier"/>
              <a:sym typeface="Courier"/>
            </a:endParaRPr>
          </a:p>
          <a:p>
            <a:pPr indent="0" lvl="0" marL="0" rtl="0" algn="l">
              <a:spcBef>
                <a:spcPts val="0"/>
              </a:spcBef>
              <a:spcAft>
                <a:spcPts val="0"/>
              </a:spcAft>
              <a:buNone/>
            </a:pPr>
            <a:r>
              <a:t/>
            </a:r>
            <a:endParaRPr sz="1000">
              <a:latin typeface="Courier"/>
              <a:ea typeface="Courier"/>
              <a:cs typeface="Courier"/>
              <a:sym typeface="Couri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4"/>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Font typeface="Arial"/>
              <a:buNone/>
            </a:pPr>
            <a:r>
              <a:rPr lang="en"/>
              <a:t>Blank space</a:t>
            </a:r>
            <a:endParaRPr/>
          </a:p>
        </p:txBody>
      </p:sp>
      <p:sp>
        <p:nvSpPr>
          <p:cNvPr id="81" name="Google Shape;81;p14"/>
          <p:cNvSpPr txBox="1"/>
          <p:nvPr>
            <p:ph idx="1" type="body"/>
          </p:nvPr>
        </p:nvSpPr>
        <p:spPr>
          <a:xfrm>
            <a:off x="457200" y="1200150"/>
            <a:ext cx="8229600" cy="3725699"/>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0"/>
              </a:spcBef>
              <a:spcAft>
                <a:spcPts val="0"/>
              </a:spcAft>
              <a:buSzPts val="2400"/>
              <a:buFont typeface="Arial"/>
              <a:buNone/>
            </a:pPr>
            <a:r>
              <a:rPr lang="en" sz="2400"/>
              <a:t>Separate your code into logical paragraphs, generally with a comment at the top of each one</a:t>
            </a:r>
            <a:endParaRPr/>
          </a:p>
          <a:p>
            <a:pPr indent="-381000" lvl="0" marL="457200" rtl="0" algn="l">
              <a:lnSpc>
                <a:spcPct val="100000"/>
              </a:lnSpc>
              <a:spcBef>
                <a:spcPts val="0"/>
              </a:spcBef>
              <a:spcAft>
                <a:spcPts val="0"/>
              </a:spcAft>
              <a:buSzPts val="2400"/>
              <a:buFont typeface="Arial"/>
              <a:buNone/>
            </a:pPr>
            <a:r>
              <a:rPr lang="en" sz="2400"/>
              <a:t>Leave a blank line between paragraphs.</a:t>
            </a:r>
            <a:endParaRPr/>
          </a:p>
          <a:p>
            <a:pPr indent="-381000" lvl="0" marL="457200" rtl="0" algn="l">
              <a:lnSpc>
                <a:spcPct val="100000"/>
              </a:lnSpc>
              <a:spcBef>
                <a:spcPts val="0"/>
              </a:spcBef>
              <a:spcAft>
                <a:spcPts val="0"/>
              </a:spcAft>
              <a:buSzPts val="2400"/>
              <a:buFont typeface="Arial"/>
              <a:buNone/>
            </a:pPr>
            <a:r>
              <a:rPr lang="en" sz="2400"/>
              <a:t>Don’t double space lines of code that belong together.</a:t>
            </a:r>
            <a:endParaRPr/>
          </a:p>
          <a:p>
            <a:pPr indent="-381000" lvl="0" marL="457200" rtl="0" algn="l">
              <a:lnSpc>
                <a:spcPct val="100000"/>
              </a:lnSpc>
              <a:spcBef>
                <a:spcPts val="0"/>
              </a:spcBef>
              <a:spcAft>
                <a:spcPts val="0"/>
              </a:spcAft>
              <a:buSzPts val="2400"/>
              <a:buFont typeface="Arial"/>
              <a:buNone/>
            </a:pPr>
            <a:r>
              <a:rPr lang="en" sz="2400"/>
              <a:t>Indentation is probably the most important style directive. This is not something to do after you got your program to work, but critical to do as you go to follow your own logic and avoid errors.  </a:t>
            </a:r>
            <a:br>
              <a:rPr lang="en" sz="2400"/>
            </a:br>
            <a:endParaRPr sz="2400"/>
          </a:p>
          <a:p>
            <a:pPr indent="0" lvl="0" marL="0" rtl="0" algn="l">
              <a:lnSpc>
                <a:spcPct val="100000"/>
              </a:lnSpc>
              <a:spcBef>
                <a:spcPts val="0"/>
              </a:spcBef>
              <a:spcAft>
                <a:spcPts val="0"/>
              </a:spcAft>
              <a:buClr>
                <a:schemeClr val="dk1"/>
              </a:buClr>
              <a:buSzPts val="1100"/>
              <a:buFont typeface="Arial"/>
              <a:buNone/>
            </a:pPr>
            <a:r>
              <a:t/>
            </a:r>
            <a:endParaRPr sz="2400"/>
          </a:p>
          <a:p>
            <a:pPr indent="0" lvl="0" marL="0" rtl="0" algn="l">
              <a:lnSpc>
                <a:spcPct val="100000"/>
              </a:lnSpc>
              <a:spcBef>
                <a:spcPts val="0"/>
              </a:spcBef>
              <a:spcAft>
                <a:spcPts val="0"/>
              </a:spcAft>
              <a:buSzPts val="2400"/>
              <a:buFont typeface="Arial"/>
              <a:buNone/>
            </a:pPr>
            <a:r>
              <a:t/>
            </a:r>
            <a:endParaRPr sz="2400"/>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0" st="0"/>
                                            </p:txEl>
                                          </p:spTgt>
                                        </p:tgtEl>
                                        <p:attrNameLst>
                                          <p:attrName>style.visibility</p:attrName>
                                        </p:attrNameLst>
                                      </p:cBhvr>
                                      <p:to>
                                        <p:strVal val="visible"/>
                                      </p:to>
                                    </p:set>
                                    <p:animEffect filter="fade" transition="in">
                                      <p:cBhvr>
                                        <p:cTn dur="2000"/>
                                        <p:tgtEl>
                                          <p:spTgt spid="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1" st="1"/>
                                            </p:txEl>
                                          </p:spTgt>
                                        </p:tgtEl>
                                        <p:attrNameLst>
                                          <p:attrName>style.visibility</p:attrName>
                                        </p:attrNameLst>
                                      </p:cBhvr>
                                      <p:to>
                                        <p:strVal val="visible"/>
                                      </p:to>
                                    </p:set>
                                    <p:animEffect filter="fade" transition="in">
                                      <p:cBhvr>
                                        <p:cTn dur="2000"/>
                                        <p:tgtEl>
                                          <p:spTgt spid="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2" st="2"/>
                                            </p:txEl>
                                          </p:spTgt>
                                        </p:tgtEl>
                                        <p:attrNameLst>
                                          <p:attrName>style.visibility</p:attrName>
                                        </p:attrNameLst>
                                      </p:cBhvr>
                                      <p:to>
                                        <p:strVal val="visible"/>
                                      </p:to>
                                    </p:set>
                                    <p:animEffect filter="fade" transition="in">
                                      <p:cBhvr>
                                        <p:cTn dur="2000"/>
                                        <p:tgtEl>
                                          <p:spTgt spid="8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3" st="3"/>
                                            </p:txEl>
                                          </p:spTgt>
                                        </p:tgtEl>
                                        <p:attrNameLst>
                                          <p:attrName>style.visibility</p:attrName>
                                        </p:attrNameLst>
                                      </p:cBhvr>
                                      <p:to>
                                        <p:strVal val="visible"/>
                                      </p:to>
                                    </p:set>
                                    <p:animEffect filter="fade" transition="in">
                                      <p:cBhvr>
                                        <p:cTn dur="2000"/>
                                        <p:tgtEl>
                                          <p:spTgt spid="8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4" st="4"/>
                                            </p:txEl>
                                          </p:spTgt>
                                        </p:tgtEl>
                                        <p:attrNameLst>
                                          <p:attrName>style.visibility</p:attrName>
                                        </p:attrNameLst>
                                      </p:cBhvr>
                                      <p:to>
                                        <p:strVal val="visible"/>
                                      </p:to>
                                    </p:set>
                                    <p:animEffect filter="fade" transition="in">
                                      <p:cBhvr>
                                        <p:cTn dur="2000"/>
                                        <p:tgtEl>
                                          <p:spTgt spid="8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5" st="5"/>
                                            </p:txEl>
                                          </p:spTgt>
                                        </p:tgtEl>
                                        <p:attrNameLst>
                                          <p:attrName>style.visibility</p:attrName>
                                        </p:attrNameLst>
                                      </p:cBhvr>
                                      <p:to>
                                        <p:strVal val="visible"/>
                                      </p:to>
                                    </p:set>
                                    <p:animEffect filter="fade" transition="in">
                                      <p:cBhvr>
                                        <p:cTn dur="2000"/>
                                        <p:tgtEl>
                                          <p:spTgt spid="8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Auto-format to quickly fix the style</a:t>
            </a:r>
            <a:endParaRPr/>
          </a:p>
        </p:txBody>
      </p:sp>
      <p:sp>
        <p:nvSpPr>
          <p:cNvPr id="87" name="Google Shape;87;p15"/>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In NetBeans: right click &gt; format,</a:t>
            </a:r>
            <a:endParaRPr/>
          </a:p>
          <a:p>
            <a:pPr indent="0" lvl="0" marL="0" rtl="0" algn="l">
              <a:spcBef>
                <a:spcPts val="0"/>
              </a:spcBef>
              <a:spcAft>
                <a:spcPts val="0"/>
              </a:spcAft>
              <a:buClr>
                <a:schemeClr val="dk1"/>
              </a:buClr>
              <a:buSzPts val="1100"/>
              <a:buFont typeface="Arial"/>
              <a:buNone/>
            </a:pPr>
            <a:r>
              <a:rPr lang="en"/>
              <a:t>or: Alt+Shift+F</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z">
  <a:themeElements>
    <a:clrScheme name="Custom 233">
      <a:dk1>
        <a:srgbClr val="000000"/>
      </a:dk1>
      <a:lt1>
        <a:srgbClr val="FFFFFF"/>
      </a:lt1>
      <a:dk2>
        <a:srgbClr val="2388DB"/>
      </a:dk2>
      <a:lt2>
        <a:srgbClr val="BBD7F8"/>
      </a:lt2>
      <a:accent1>
        <a:srgbClr val="80B606"/>
      </a:accent1>
      <a:accent2>
        <a:srgbClr val="E29F1D"/>
      </a:accent2>
      <a:accent3>
        <a:srgbClr val="1D6FB2"/>
      </a:accent3>
      <a:accent4>
        <a:srgbClr val="3FAC98"/>
      </a:accent4>
      <a:accent5>
        <a:srgbClr val="5B57BB"/>
      </a:accent5>
      <a:accent6>
        <a:srgbClr val="D1505E"/>
      </a:accent6>
      <a:hlink>
        <a:srgbClr val="185DA2"/>
      </a:hlink>
      <a:folHlink>
        <a:srgbClr val="0048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