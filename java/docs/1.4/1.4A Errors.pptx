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935e5d38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935e5d38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5eae50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5eae50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3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4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51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51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51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51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3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51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"/>
              <a:buNone/>
            </a:pPr>
            <a:r>
              <a:rPr lang="en"/>
              <a:t>Errors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Syntax and Logic errors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lang="en"/>
              <a:t>Syntax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/>
              <a:t>Syntax is the way a language is put together.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1500"/>
              <a:t>English has syntax but we can still understand if the grammar isn’t perfect or if there are typos.</a:t>
            </a:r>
            <a:endParaRPr sz="15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/>
              <a:t>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/>
              <a:t>Programming languages follow an exact syntax.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/>
              <a:t>A “syntax error” is when the computer doesn’t understand what we are saying.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lang="en"/>
              <a:t>Syntax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7701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you find these common syntax errors?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int age = 15 </a:t>
            </a:r>
            <a:endParaRPr sz="2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age = Age + 1;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System.out.print(My age is +age);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System.out.print("Goodbye"; </a:t>
            </a:r>
            <a:endParaRPr sz="2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2811350" y="2102400"/>
            <a:ext cx="22461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//missing ;</a:t>
            </a:r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2811350" y="2747700"/>
            <a:ext cx="5260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//Age should be age (spelling)</a:t>
            </a:r>
            <a:endParaRPr sz="2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/>
        </p:nvSpPr>
        <p:spPr>
          <a:xfrm>
            <a:off x="5947975" y="3526475"/>
            <a:ext cx="28113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//missing " "</a:t>
            </a:r>
            <a:endParaRPr sz="2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 txBox="1"/>
          <p:nvPr/>
        </p:nvSpPr>
        <p:spPr>
          <a:xfrm>
            <a:off x="5057450" y="4225150"/>
            <a:ext cx="3390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//missing closing )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lang="en"/>
              <a:t>Syntax errors vs. Logic errors</a:t>
            </a:r>
            <a:endParaRPr/>
          </a:p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What's the difference?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What are some examples?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lang="en"/>
              <a:t>Syntax errors vs. Logic Errors</a:t>
            </a:r>
            <a:endParaRPr/>
          </a:p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Syntax errors happen at compile-time.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/>
              <a:t>The compiler gives you warnings that there is a problem with your code. **In Repl.it - when program runs</a:t>
            </a:r>
            <a:r>
              <a:rPr lang="en"/>
              <a:t>, in Netbeans - underlined while typing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/>
              <a:t>Generally easy to fix.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Logic errors happen at run-time.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/>
              <a:t>Logic errors happen when the program doesn't do what you want it to do.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/>
              <a:t>You can only find these errors by testing.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lang="en"/>
              <a:t>Debugging is the act of finding and correcting logic errors through testing of your code.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Errors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now, we will focus more on Syntax and Logic errors, but we can also classify errors as Runtime Errors if a program has no Syntax errors, but crashes at runtime.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